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custDataLst>
    <p:tags r:id="rId6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002-KIMS BUSINESS\007-bizdesign.tv\000-PPT FOR KMONG\PSD\13-05-14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7" y="646773"/>
            <a:ext cx="3420164" cy="298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2921827" y="762025"/>
            <a:ext cx="3145598" cy="19430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2800" baseline="0"/>
            </a:lvl1pPr>
          </a:lstStyle>
          <a:p>
            <a:r>
              <a:rPr lang="en-US" altLang="ko-KR" dirty="0" smtClean="0"/>
              <a:t>Insert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l">
              <a:defRPr/>
            </a:lvl1pPr>
          </a:lstStyle>
          <a:p>
            <a:r>
              <a:rPr lang="en-US" altLang="ko-KR" dirty="0" smtClean="0"/>
              <a:t> Click to edit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dirty="0" smtClean="0"/>
              <a:t>Click to edit title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80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948264" cy="884466"/>
          </a:xfrm>
          <a:prstGeom prst="rect">
            <a:avLst/>
          </a:prstGeom>
        </p:spPr>
        <p:txBody>
          <a:bodyPr anchor="ctr"/>
          <a:lstStyle>
            <a:lvl1pPr algn="l">
              <a:defRPr/>
            </a:lvl1pPr>
          </a:lstStyle>
          <a:p>
            <a:r>
              <a:rPr lang="en-US" altLang="ko-KR" dirty="0" smtClean="0"/>
              <a:t>Click to edit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61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/>
          <a:lstStyle>
            <a:lvl1pPr algn="l">
              <a:defRPr/>
            </a:lvl1pPr>
          </a:lstStyle>
          <a:p>
            <a:r>
              <a:rPr lang="en-US" altLang="ko-KR" dirty="0" smtClean="0"/>
              <a:t>Click to edit title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5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216"/>
            <a:ext cx="6948264" cy="85725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0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2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00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216"/>
            <a:ext cx="6948264" cy="85725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55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F8C5CDB-1AEF-4522-8EAF-CE1F4E5D863E}" type="datetimeFigureOut">
              <a:rPr lang="ko-KR" altLang="en-US" smtClean="0"/>
              <a:t>2021-05-26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3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4304606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Some brief presentation about advantage of using </a:t>
            </a:r>
            <a:r>
              <a:rPr kumimoji="0" lang="en-US" altLang="ko-KR" sz="1200" b="1" dirty="0" err="1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ts</a:t>
            </a:r>
            <a:r>
              <a:rPr kumimoji="0" lang="en-US" altLang="ko-KR" sz="1200" b="1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 in react app</a:t>
            </a:r>
            <a:endParaRPr kumimoji="0" lang="en-US" altLang="ko-KR" sz="1200" b="1" dirty="0">
              <a:solidFill>
                <a:schemeClr val="bg1">
                  <a:lumMod val="6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0" y="3757117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Present by Shahrooz</a:t>
            </a:r>
            <a:endParaRPr lang="en-US" altLang="ko-KR" sz="36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맑은 고딕" pitchFamily="50" charset="-127"/>
              <a:cs typeface="Calibri" pitchFamily="34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3" b="37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812360" cy="884466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Why TS</a:t>
            </a:r>
            <a:endParaRPr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655676" y="1131590"/>
            <a:ext cx="7031124" cy="3888432"/>
          </a:xfrm>
        </p:spPr>
        <p:txBody>
          <a:bodyPr>
            <a:norm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Static Type Checking</a:t>
            </a:r>
            <a:endParaRPr lang="en-US" altLang="ko-KR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dirty="0" err="1"/>
              <a:t>TypeScript</a:t>
            </a:r>
            <a:r>
              <a:rPr lang="en-US" sz="1800" dirty="0"/>
              <a:t> checks a program for errors before execution, and does so based on the </a:t>
            </a:r>
            <a:r>
              <a:rPr lang="en-US" sz="1800" i="1" dirty="0"/>
              <a:t>kinds of values</a:t>
            </a:r>
            <a:r>
              <a:rPr lang="en-US" sz="1800" dirty="0"/>
              <a:t>, it’s a </a:t>
            </a:r>
            <a:r>
              <a:rPr lang="en-US" sz="1800" i="1" dirty="0"/>
              <a:t>static type </a:t>
            </a:r>
            <a:r>
              <a:rPr lang="en-US" sz="1800" i="1" dirty="0" smtClean="0"/>
              <a:t>checker</a:t>
            </a:r>
          </a:p>
          <a:p>
            <a:r>
              <a:rPr lang="en-US" altLang="ko-K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Example:</a:t>
            </a:r>
            <a:br>
              <a:rPr lang="en-US" altLang="ko-K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altLang="ko-KR" sz="1800" dirty="0" smtClean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59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Example:</a:t>
            </a:r>
          </a:p>
          <a:p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const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obj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= { width: 10, height: 15 };</a:t>
            </a:r>
          </a:p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// Why is this 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NaN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? Spelling is hard!</a:t>
            </a:r>
          </a:p>
          <a:p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const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area = 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obj.width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* 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obj.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</a:rPr>
              <a:t>heigth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;</a:t>
            </a:r>
          </a:p>
          <a:p>
            <a:endParaRPr lang="en-US" sz="2000" dirty="0" smtClean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sz="2000" dirty="0" smtClean="0"/>
              <a:t>Without TS: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run time error</a:t>
            </a:r>
            <a:r>
              <a:rPr lang="en-US" sz="2000" dirty="0" smtClean="0"/>
              <a:t>?!</a:t>
            </a:r>
            <a:endParaRPr lang="en-US" sz="2000" dirty="0"/>
          </a:p>
          <a:p>
            <a:r>
              <a:rPr lang="en-US" sz="2000" dirty="0"/>
              <a:t>TS error: 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compile error</a:t>
            </a:r>
            <a:r>
              <a:rPr lang="en-US" sz="2000" dirty="0" smtClean="0"/>
              <a:t>): Property </a:t>
            </a:r>
            <a:r>
              <a:rPr lang="en-US" sz="2000" dirty="0"/>
              <a:t>'</a:t>
            </a:r>
            <a:r>
              <a:rPr lang="en-US" sz="2000" dirty="0" err="1"/>
              <a:t>heigth</a:t>
            </a:r>
            <a:r>
              <a:rPr lang="en-US" sz="2000" dirty="0"/>
              <a:t>' does not exist on type '{ width: number; height: number; }'. Did you mean 'height'?</a:t>
            </a:r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31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403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cef9594efe8aec39539a27944fa055d34218e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104</Words>
  <Application>Microsoft Office PowerPoint</Application>
  <PresentationFormat>On-screen Show (16:9)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Wingdings</vt:lpstr>
      <vt:lpstr>Office Theme</vt:lpstr>
      <vt:lpstr>PowerPoint Presentation</vt:lpstr>
      <vt:lpstr>Why TS</vt:lpstr>
      <vt:lpstr>Why TS</vt:lpstr>
      <vt:lpstr>PowerPoint Presentation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Shahrooz Bazrafshan</cp:lastModifiedBy>
  <cp:revision>26</cp:revision>
  <dcterms:created xsi:type="dcterms:W3CDTF">2014-04-01T16:27:38Z</dcterms:created>
  <dcterms:modified xsi:type="dcterms:W3CDTF">2021-05-26T04:19:46Z</dcterms:modified>
</cp:coreProperties>
</file>